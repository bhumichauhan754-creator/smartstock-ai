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SmartStock AI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Diagrams (DFD)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Level (Level 0)  •  Level 1 Process Decomposition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+ PostgreSQL + Odoo Inventory Management System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DFD Notation &amp; Legend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Entity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(User / Actor)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0972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234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(Circle / Rounded)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94960" y="1097280"/>
            <a:ext cx="2011680" cy="914400"/>
          </a:xfrm>
          <a:prstGeom prst="rect">
            <a:avLst/>
          </a:prstGeom>
          <a:solidFill>
            <a:srgbClr val="FEF3C7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94960" y="1097280"/>
            <a:ext cx="137160" cy="9144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5577840" y="12344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(Database / Table)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80960" y="1280160"/>
            <a:ext cx="1097280" cy="548640"/>
          </a:xfrm>
          <a:prstGeom prst="rightArrow">
            <a:avLst/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1920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5059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Entity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2450592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or destination of data outside the system boundary (e.g., User, Admin).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9067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3090672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Transforms input data into output. Numbered in Level 1 (1.0, 2.0, ...).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307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0" y="3730752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of data at rest (PostgreSQL tables – Odoo + SmartStock).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7083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0" y="4370832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of data between entities, processes, and stores (labelled arrows).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Level DFD (Level 0) – System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D1FAE5"/>
          </a:solidFill>
          <a:ln w="3175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574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(Browser)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371600"/>
            <a:ext cx="3657600" cy="2011680"/>
          </a:xfrm>
          <a:prstGeom prst="ellipse">
            <a:avLst/>
          </a:prstGeom>
          <a:solidFill>
            <a:srgbClr val="DBEAFE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7373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SmartStock AI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Application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26080" y="2560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• Products • Inventory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Purchases • Sales • Reviews • Reports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0" y="1737360"/>
            <a:ext cx="1737360" cy="1280160"/>
          </a:xfrm>
          <a:prstGeom prst="rect">
            <a:avLst/>
          </a:prstGeom>
          <a:solidFill>
            <a:srgbClr val="FEF3C7"/>
          </a:solidFill>
          <a:ln w="31750">
            <a:solidFill>
              <a:srgbClr val="EA58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1737360"/>
            <a:ext cx="137160" cy="12801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19202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0" y="2468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Odoo Tables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SmartStock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65960" y="1965960"/>
            <a:ext cx="685800" cy="320040"/>
          </a:xfrm>
          <a:prstGeom prst="rightArrow">
            <a:avLst/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1417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Login, CRUD,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Orders, Reviews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65960" y="2468880"/>
            <a:ext cx="685800" cy="320040"/>
          </a:xfrm>
          <a:prstGeom prst="leftArrow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1737360" y="2880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JSON, Reports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46520" y="1965960"/>
            <a:ext cx="640080" cy="320040"/>
          </a:xfrm>
          <a:prstGeom prst="rightArrow">
            <a:avLst/>
          </a:prstGeom>
          <a:solidFill>
            <a:srgbClr val="1E40AF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417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Writes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46520" y="2468880"/>
            <a:ext cx="640080" cy="320040"/>
          </a:xfrm>
          <a:prstGeom prst="leftArrow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880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Data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0" y="3840480"/>
            <a:ext cx="4572000" cy="1005840"/>
          </a:xfrm>
          <a:prstGeom prst="roundRect">
            <a:avLst>
              <a:gd name="adj" fmla="val 9091"/>
            </a:avLst>
          </a:prstGeom>
          <a:solidFill>
            <a:srgbClr val="EEF2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77440" y="42519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 •  JSON APIs  •  CSV  •  Excel (.xlsx)  •  PDF Reports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DFD – Process Decomposition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17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09728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188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91440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9728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188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Mgmt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175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40680" y="109728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1188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Txns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91440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17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35240" y="1097280"/>
            <a:ext cx="640080" cy="6400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1188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Mgmt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175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51560" y="292608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30175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Mgmt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60320" y="274320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926080"/>
            <a:ext cx="640080" cy="64008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30175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65176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Mgmt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274320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40680" y="29260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5440680" y="30175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4632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Export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DFD – Authentication &amp; Product Management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201168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0" y="822960"/>
            <a:ext cx="1828800" cy="1188720"/>
          </a:xfrm>
          <a:prstGeom prst="ellipse">
            <a:avLst/>
          </a:prstGeom>
          <a:solidFill>
            <a:srgbClr val="DBEAFE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10515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0" y="2743200"/>
            <a:ext cx="1828800" cy="1188720"/>
          </a:xfrm>
          <a:prstGeom prst="ellipse">
            <a:avLst/>
          </a:prstGeom>
          <a:solidFill>
            <a:srgbClr val="EDE9FE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2971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Mgmt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777240"/>
            <a:ext cx="1737360" cy="914400"/>
          </a:xfrm>
          <a:prstGeom prst="rect">
            <a:avLst/>
          </a:prstGeom>
          <a:solidFill>
            <a:srgbClr val="FEF3C7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777240"/>
            <a:ext cx="109728" cy="9144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9601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D1: Users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Roles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2011680"/>
            <a:ext cx="1737360" cy="914400"/>
          </a:xfrm>
          <a:prstGeom prst="rect">
            <a:avLst/>
          </a:prstGeom>
          <a:solidFill>
            <a:srgbClr val="FEF3C7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2011680"/>
            <a:ext cx="109728" cy="9144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1945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D2: Odoo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3246120"/>
            <a:ext cx="1737360" cy="914400"/>
          </a:xfrm>
          <a:prstGeom prst="rect">
            <a:avLst/>
          </a:prstGeom>
          <a:solidFill>
            <a:srgbClr val="FEF3C7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3246120"/>
            <a:ext cx="109728" cy="9144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3429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D3: Stock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0" y="2011680"/>
            <a:ext cx="1737360" cy="914400"/>
          </a:xfrm>
          <a:prstGeom prst="rect">
            <a:avLst/>
          </a:prstGeom>
          <a:solidFill>
            <a:srgbClr val="FEF3C7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2011680"/>
            <a:ext cx="109728" cy="9144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21945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D4: Inventory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54480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54480" y="3200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23360" y="10972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R/W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23360" y="3108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DFD – Inventory, Purchases &amp; Sales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21031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22402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731520"/>
            <a:ext cx="1737360" cy="1051560"/>
          </a:xfrm>
          <a:prstGeom prst="ellipse">
            <a:avLst/>
          </a:prstGeom>
          <a:solidFill>
            <a:srgbClr val="D1FAE5"/>
          </a:solidFill>
          <a:ln w="3175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9144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Txns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0" y="2011680"/>
            <a:ext cx="1737360" cy="1051560"/>
          </a:xfrm>
          <a:prstGeom prst="ellipse">
            <a:avLst/>
          </a:prstGeom>
          <a:solidFill>
            <a:srgbClr val="FFEDD5"/>
          </a:solidFill>
          <a:ln w="3175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1945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Mgmt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3291840"/>
            <a:ext cx="1737360" cy="1051560"/>
          </a:xfrm>
          <a:prstGeom prst="ellipse">
            <a:avLst/>
          </a:prstGeom>
          <a:solidFill>
            <a:srgbClr val="FEE2E2"/>
          </a:solidFill>
          <a:ln w="3175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3474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Mgmt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777240"/>
            <a:ext cx="1828800" cy="822960"/>
          </a:xfrm>
          <a:prstGeom prst="rect">
            <a:avLst/>
          </a:prstGeom>
          <a:solidFill>
            <a:srgbClr val="FEF3C7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777240"/>
            <a:ext cx="109728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9144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D3: stock_quant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(Odoo)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783080"/>
            <a:ext cx="1828800" cy="822960"/>
          </a:xfrm>
          <a:prstGeom prst="rect">
            <a:avLst/>
          </a:prstGeom>
          <a:solidFill>
            <a:srgbClr val="FEF3C7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783080"/>
            <a:ext cx="109728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920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D5: Stock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1828800" cy="822960"/>
          </a:xfrm>
          <a:prstGeom prst="rect">
            <a:avLst/>
          </a:prstGeom>
          <a:solidFill>
            <a:srgbClr val="FEF3C7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788920"/>
            <a:ext cx="109728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926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D6: Purchase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794760"/>
            <a:ext cx="1828800" cy="822960"/>
          </a:xfrm>
          <a:prstGeom prst="rect">
            <a:avLst/>
          </a:prstGeom>
          <a:solidFill>
            <a:srgbClr val="FEF3C7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794760"/>
            <a:ext cx="109728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9319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D7: Sales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1828800"/>
            <a:ext cx="1920240" cy="822960"/>
          </a:xfrm>
          <a:prstGeom prst="rect">
            <a:avLst/>
          </a:prstGeom>
          <a:solidFill>
            <a:srgbClr val="FEF3C7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1828800"/>
            <a:ext cx="109728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1965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D8: Suppliers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Customers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0" y="10058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In/Out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Qty Update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0" y="22860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+ Stock↑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0" y="35661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+ Stock↓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DFD – Reviews &amp; Reports / Exports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21031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286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03120" y="914400"/>
            <a:ext cx="2011680" cy="1280160"/>
          </a:xfrm>
          <a:prstGeom prst="ellipse">
            <a:avLst/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Mgmt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03120" y="2743200"/>
            <a:ext cx="2011680" cy="1280160"/>
          </a:xfrm>
          <a:prstGeom prst="ellipse">
            <a:avLst/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30175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Export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005840"/>
            <a:ext cx="1828800" cy="1097280"/>
          </a:xfrm>
          <a:prstGeom prst="rect">
            <a:avLst/>
          </a:prstGeom>
          <a:solidFill>
            <a:srgbClr val="FEF3C7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005840"/>
            <a:ext cx="109728" cy="10972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234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D9: Product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2834640"/>
            <a:ext cx="1828800" cy="1097280"/>
          </a:xfrm>
          <a:prstGeom prst="rect">
            <a:avLst/>
          </a:prstGeom>
          <a:solidFill>
            <a:srgbClr val="FEF3C7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2834640"/>
            <a:ext cx="109728" cy="10972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30632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+ D3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&amp; Stock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0" y="1828800"/>
            <a:ext cx="1737360" cy="1645920"/>
          </a:xfrm>
          <a:prstGeom prst="roundRect">
            <a:avLst>
              <a:gd name="adj" fmla="val 5556"/>
            </a:avLst>
          </a:prstGeom>
          <a:solidFill>
            <a:srgbClr val="EEF2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1965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23760" y="228600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1280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0" y="31089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Files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Level 1 DFD – All Processes &amp; Data Stores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219456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2331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54480" y="6858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758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Auth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54480" y="12801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3533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Product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54480" y="18745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9476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 Inventory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24688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25420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 Purchase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54480" y="30632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31363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 Sales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54480" y="36576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37307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 Reviews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54480" y="42519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54480" y="43251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 Reports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640080"/>
            <a:ext cx="3017520" cy="411480"/>
          </a:xfrm>
          <a:prstGeom prst="rect">
            <a:avLst/>
          </a:prstGeom>
          <a:solidFill>
            <a:srgbClr val="FEF3C7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640080"/>
            <a:ext cx="9144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685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D1: Users &amp; Roles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0" y="1097280"/>
            <a:ext cx="3017520" cy="411480"/>
          </a:xfrm>
          <a:prstGeom prst="rect">
            <a:avLst/>
          </a:prstGeom>
          <a:solidFill>
            <a:srgbClr val="FEF3C7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0" y="1097280"/>
            <a:ext cx="9144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402336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D2: product_template / product_product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0" y="1554480"/>
            <a:ext cx="3017520" cy="411480"/>
          </a:xfrm>
          <a:prstGeom prst="rect">
            <a:avLst/>
          </a:prstGeom>
          <a:solidFill>
            <a:srgbClr val="FEF3C7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0" y="1554480"/>
            <a:ext cx="9144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8" name="Text 26"/>
          <p:cNvSpPr/>
          <p:nvPr/>
        </p:nvSpPr>
        <p:spPr>
          <a:xfrm>
            <a:off x="402336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D3: stock_quant (Odoo)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0" y="2011680"/>
            <a:ext cx="3017520" cy="411480"/>
          </a:xfrm>
          <a:prstGeom prst="rect">
            <a:avLst/>
          </a:prstGeom>
          <a:solidFill>
            <a:srgbClr val="FEF3C7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0" y="2011680"/>
            <a:ext cx="9144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1" name="Text 29"/>
          <p:cNvSpPr/>
          <p:nvPr/>
        </p:nvSpPr>
        <p:spPr>
          <a:xfrm>
            <a:off x="402336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D4: Inventory History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40480" y="2468880"/>
            <a:ext cx="3017520" cy="411480"/>
          </a:xfrm>
          <a:prstGeom prst="rect">
            <a:avLst/>
          </a:prstGeom>
          <a:solidFill>
            <a:srgbClr val="FEF3C7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0480" y="2468880"/>
            <a:ext cx="9144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4" name="Text 32"/>
          <p:cNvSpPr/>
          <p:nvPr/>
        </p:nvSpPr>
        <p:spPr>
          <a:xfrm>
            <a:off x="4023360" y="2514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D5: Stock Transactions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840480" y="2926080"/>
            <a:ext cx="3017520" cy="411480"/>
          </a:xfrm>
          <a:prstGeom prst="rect">
            <a:avLst/>
          </a:prstGeom>
          <a:solidFill>
            <a:srgbClr val="FEF3C7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2926080"/>
            <a:ext cx="9144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7" name="Text 35"/>
          <p:cNvSpPr/>
          <p:nvPr/>
        </p:nvSpPr>
        <p:spPr>
          <a:xfrm>
            <a:off x="402336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D6: Purchase Orders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840480" y="3383280"/>
            <a:ext cx="3017520" cy="411480"/>
          </a:xfrm>
          <a:prstGeom prst="rect">
            <a:avLst/>
          </a:prstGeom>
          <a:solidFill>
            <a:srgbClr val="FEF3C7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0480" y="3383280"/>
            <a:ext cx="9144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0" name="Text 38"/>
          <p:cNvSpPr/>
          <p:nvPr/>
        </p:nvSpPr>
        <p:spPr>
          <a:xfrm>
            <a:off x="402336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D7: Sales Orders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840480" y="3840480"/>
            <a:ext cx="3017520" cy="411480"/>
          </a:xfrm>
          <a:prstGeom prst="rect">
            <a:avLst/>
          </a:prstGeom>
          <a:solidFill>
            <a:srgbClr val="FEF3C7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40480" y="3840480"/>
            <a:ext cx="9144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3" name="Text 41"/>
          <p:cNvSpPr/>
          <p:nvPr/>
        </p:nvSpPr>
        <p:spPr>
          <a:xfrm>
            <a:off x="4023360" y="3886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D8: Suppliers &amp; Customers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840480" y="4297680"/>
            <a:ext cx="3017520" cy="411480"/>
          </a:xfrm>
          <a:prstGeom prst="rect">
            <a:avLst/>
          </a:prstGeom>
          <a:solidFill>
            <a:srgbClr val="FEF3C7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40480" y="4297680"/>
            <a:ext cx="9144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6" name="Text 44"/>
          <p:cNvSpPr/>
          <p:nvPr/>
        </p:nvSpPr>
        <p:spPr>
          <a:xfrm>
            <a:off x="4023360" y="4343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D9: Product Reviews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132320" y="1645920"/>
            <a:ext cx="1783080" cy="2011680"/>
          </a:xfrm>
          <a:prstGeom prst="roundRect">
            <a:avLst>
              <a:gd name="adj" fmla="val 5128"/>
            </a:avLst>
          </a:prstGeom>
          <a:solidFill>
            <a:srgbClr val="EEF2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0" y="17830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223760" y="21488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APIs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Export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(.xlsx)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Reports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&amp; Stats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Data Flows Summary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85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6858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06240" y="685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859536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7840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9784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Auth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0" y="97840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Password, Signup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234440"/>
            <a:ext cx="85953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2527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Auth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125272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 Users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125272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/ Read user &amp; role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508760"/>
            <a:ext cx="859536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52704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152704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Product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06240" y="152704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name, qty, price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1783080"/>
            <a:ext cx="85953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80136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Product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03120" y="18013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D2/D3 Odoo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06240" y="180136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template, product, quant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057400"/>
            <a:ext cx="859536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0756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03120" y="207568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 Inventory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06240" y="207568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Stock-in / Stock-out qty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331720"/>
            <a:ext cx="85953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35000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 Inventory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03120" y="23500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 + D5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06240" y="235000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quant + transaction log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2606040"/>
            <a:ext cx="859536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26243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03120" y="262432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 Purchase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06240" y="262432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Supplier, product, qty, price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2880360"/>
            <a:ext cx="85953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289864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 Purchase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103120" y="289864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D6 + D3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206240" y="289864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record + increase stock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154680"/>
            <a:ext cx="859536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317296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103120" y="31729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 Sales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206240" y="317296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Product, qty, price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429000"/>
            <a:ext cx="85953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34472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 Sales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103120" y="344728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 + D3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206240" y="344728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record + decrease stock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3703320"/>
            <a:ext cx="859536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372160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103120" y="37216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 Reviews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206240" y="372160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(1-5) + comment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3977640"/>
            <a:ext cx="85953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39959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 Reviews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103120" y="399592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D9 Reviews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206240" y="399592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review + avg rating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7" name="Text 55"/>
          <p:cNvSpPr/>
          <p:nvPr/>
        </p:nvSpPr>
        <p:spPr>
          <a:xfrm>
            <a:off x="365760" y="427024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103120" y="427024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 Reports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206240" y="427024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request / filters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74320" y="4526280"/>
            <a:ext cx="85953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365760" y="454456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 Reports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103120" y="45445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206240" y="454456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/ XLSX / PDF / Charts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Level DFD</a:t>
            </a:r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shows the complete system as a single process interacting with User and PostgreSQL.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DFD</a:t>
            </a:r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decomposes the system into 7 major processes covering Authentication, Products, Inventory, Purchases, Sales, Reviews, and Reports.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Stores</a:t>
            </a:r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include both Odoo tables (product_template, product_product, stock_quant) and SmartStock application tables.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SmartStock AI  |  Flask + PostgreSQL + Odoo Integration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SmartStock AI - Data Flow Diagrams (DFD)</dc:title>
  <dc:subject>Context Level and Level 1 DFDs for Inventory Management System</dc:subject>
  <dc:creator>SmartStock AI</dc:creator>
  <cp:lastModifiedBy>SmartStock AI</cp:lastModifiedBy>
  <cp:revision>1</cp:revision>
  <dcterms:created xsi:type="dcterms:W3CDTF">2026-10-28T08:57:18Z</dcterms:created>
  <dcterms:modified xsi:type="dcterms:W3CDTF">2026-10-28T08:57:18Z</dcterms:modified>
</cp:coreProperties>
</file>