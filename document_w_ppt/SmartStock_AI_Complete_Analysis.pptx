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SmartStock AI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Project Analysis Report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  •  PostgreSQL  •  Odoo  •  HTML/CSS/JavaScript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Internship / Academic Documentation  •  October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804672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841248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43000" y="822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 &amp; Architecture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261872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1335024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37160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43000" y="13533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 &amp; Project Files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1792224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1865376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1901952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43000" y="1883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Modules: Auth, Products, Inventory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2322576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2395728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432304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43000" y="24140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Purchases, Sales, Reviews, Reports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57200" y="2852928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2926080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2962656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43000" y="29443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Odoo Integration &amp; Database Tables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57200" y="338328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" y="3456432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493008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43000" y="34747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Flow Diagrams (Context + Level 1)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57200" y="3913632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/>
        </p:spPr>
      </p:sp>
      <p:sp>
        <p:nvSpPr>
          <p:cNvPr id="29" name="Shape 27"/>
          <p:cNvSpPr/>
          <p:nvPr/>
        </p:nvSpPr>
        <p:spPr>
          <a:xfrm>
            <a:off x="640080" y="3986784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402336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143000" y="40050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Strengths, Limitations &amp; Conclusion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3" name="Text 31"/>
          <p:cNvSpPr/>
          <p:nvPr/>
        </p:nvSpPr>
        <p:spPr>
          <a:xfrm>
            <a:off x="274320" y="491947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SmartStock AI  |  Complete Project Analysis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772400" y="491947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Project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SmartStock AI is a Flask-based inventory management system connected to an existing Odoo PostgreSQL database.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25880"/>
            <a:ext cx="109728" cy="13716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6459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20574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Signup, Login, Sessions, Password Hash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32588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325880"/>
            <a:ext cx="109728" cy="13716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6459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74720" y="20574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 with Odoo tables integration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0760" y="132588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80760" y="1325880"/>
            <a:ext cx="109728" cy="13716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16459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55080" y="20574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Stock-in / Stock-out, validation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288036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880360"/>
            <a:ext cx="109728" cy="13716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200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Purchases &amp; Sales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94360" y="36118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 with automatic stock update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0" y="288036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2880360"/>
            <a:ext cx="109728" cy="13716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3474720" y="3200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474720" y="36118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1–5 star ratings and comments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080760" y="288036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80760" y="2880360"/>
            <a:ext cx="109728" cy="13716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7" name="Text 25"/>
          <p:cNvSpPr/>
          <p:nvPr/>
        </p:nvSpPr>
        <p:spPr>
          <a:xfrm>
            <a:off x="6355080" y="3200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 &amp; Export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355080" y="36118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CSV, Excel, PDF + Audit history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0" name="Text 28"/>
          <p:cNvSpPr/>
          <p:nvPr/>
        </p:nvSpPr>
        <p:spPr>
          <a:xfrm>
            <a:off x="274320" y="491947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SmartStock AI  |  Complete Project Analysis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772400" y="491947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High-Level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97280" y="777240"/>
            <a:ext cx="69494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3175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80160" y="86868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Browser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80160" y="118872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/ CSS / JavaScript + Bootstrap 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43400" y="1581912"/>
            <a:ext cx="365760" cy="201168"/>
          </a:xfrm>
          <a:prstGeom prst="downArrow">
            <a:avLst/>
          </a:prstGeom>
          <a:solidFill>
            <a:srgbClr val="64748B"/>
          </a:solidFill>
          <a:ln/>
        </p:spPr>
      </p:sp>
      <p:sp>
        <p:nvSpPr>
          <p:cNvPr id="8" name="Shape 6"/>
          <p:cNvSpPr/>
          <p:nvPr/>
        </p:nvSpPr>
        <p:spPr>
          <a:xfrm>
            <a:off x="1097280" y="1691640"/>
            <a:ext cx="69494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3175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80160" y="178308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 Application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80160" y="210312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• Products • Inventory • Purchases • Sales • Reviews • Reports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43400" y="2496312"/>
            <a:ext cx="365760" cy="201168"/>
          </a:xfrm>
          <a:prstGeom prst="downArrow">
            <a:avLst/>
          </a:prstGeom>
          <a:solidFill>
            <a:srgbClr val="64748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97280" y="2697480"/>
            <a:ext cx="69494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31750">
            <a:solidFill>
              <a:srgbClr val="EA58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80160" y="278892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Database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80160" y="310896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Odoo Tables (product_template, product_product, stock_quant) + SmartStock Tables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43400" y="3502152"/>
            <a:ext cx="365760" cy="201168"/>
          </a:xfrm>
          <a:prstGeom prst="downArrow">
            <a:avLst/>
          </a:prstGeom>
          <a:solidFill>
            <a:srgbClr val="64748B"/>
          </a:solidFill>
          <a:ln/>
        </p:spPr>
      </p:sp>
      <p:sp>
        <p:nvSpPr>
          <p:cNvPr id="16" name="Shape 14"/>
          <p:cNvSpPr/>
          <p:nvPr/>
        </p:nvSpPr>
        <p:spPr>
          <a:xfrm>
            <a:off x="1097280" y="3794760"/>
            <a:ext cx="69494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3175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80160" y="388620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80160" y="420624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 •  JSON APIs  •  CSV  •  Excel (.xlsx)  •  PDF Reports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1947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SmartStock AI  |  Complete Project Analysis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0" y="491947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Technology Stack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645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14300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26187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87452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08483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logic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57400" y="914400"/>
            <a:ext cx="1645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0" y="114300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2560320" y="126187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148840" y="187452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48840" y="208483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framework &amp; APIs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0" y="914400"/>
            <a:ext cx="1645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43400" y="114300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4343400" y="126187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931920" y="187452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931920" y="208483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storage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23560" y="914400"/>
            <a:ext cx="1645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14300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0" y="126187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715000" y="187452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Odoo Tables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715000" y="208483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 &amp; stock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406640" y="914400"/>
            <a:ext cx="1645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909560" y="114300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7909560" y="126187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498080" y="187452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psycopg2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498080" y="208483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connector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2651760"/>
            <a:ext cx="1645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77240" y="288036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299923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65760" y="361188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 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65760" y="382219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UI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057400" y="2651760"/>
            <a:ext cx="1645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560320" y="288036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6" name="Text 34"/>
          <p:cNvSpPr/>
          <p:nvPr/>
        </p:nvSpPr>
        <p:spPr>
          <a:xfrm>
            <a:off x="2560320" y="299923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2148840" y="361188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148840" y="382219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logic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840480" y="2651760"/>
            <a:ext cx="1645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343400" y="288036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1" name="Text 39"/>
          <p:cNvSpPr/>
          <p:nvPr/>
        </p:nvSpPr>
        <p:spPr>
          <a:xfrm>
            <a:off x="4343400" y="299923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3931920" y="361188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Werkzeug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931920" y="382219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hashing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623560" y="2651760"/>
            <a:ext cx="1645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126480" y="288036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6" name="Text 44"/>
          <p:cNvSpPr/>
          <p:nvPr/>
        </p:nvSpPr>
        <p:spPr>
          <a:xfrm>
            <a:off x="6126480" y="299923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5715000" y="361188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ReportLab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715000" y="382219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export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406640" y="2651760"/>
            <a:ext cx="1645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7909560" y="288036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1" name="Text 49"/>
          <p:cNvSpPr/>
          <p:nvPr/>
        </p:nvSpPr>
        <p:spPr>
          <a:xfrm>
            <a:off x="7909560" y="299923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498080" y="361188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openpyxl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7498080" y="382219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export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5" name="Text 53"/>
          <p:cNvSpPr/>
          <p:nvPr/>
        </p:nvSpPr>
        <p:spPr>
          <a:xfrm>
            <a:off x="274320" y="491947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SmartStock AI  |  Complete Project Analysis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772400" y="491947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Application Modules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27432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777240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051560"/>
            <a:ext cx="2743200" cy="2286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8503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141732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Signup, Login, Logout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Sessions, Password Hash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Forgot Password, Roles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777240"/>
            <a:ext cx="27432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777240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8B5CF6"/>
          </a:solidFill>
          <a:ln/>
        </p:spPr>
      </p:sp>
      <p:sp>
        <p:nvSpPr>
          <p:cNvPr id="11" name="Shape 9"/>
          <p:cNvSpPr/>
          <p:nvPr/>
        </p:nvSpPr>
        <p:spPr>
          <a:xfrm>
            <a:off x="3246120" y="1051560"/>
            <a:ext cx="2743200" cy="2286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3246120" y="8503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29000" y="141732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 Operations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Odoo Table Writes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&amp; Pagination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72200" y="777240"/>
            <a:ext cx="27432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777240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/>
        </p:spPr>
      </p:sp>
      <p:sp>
        <p:nvSpPr>
          <p:cNvPr id="16" name="Shape 14"/>
          <p:cNvSpPr/>
          <p:nvPr/>
        </p:nvSpPr>
        <p:spPr>
          <a:xfrm>
            <a:off x="6172200" y="1051560"/>
            <a:ext cx="2743200" cy="2286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6172200" y="8503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55080" y="141732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In / Stock Out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Stock Prevent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History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0040" y="2743200"/>
            <a:ext cx="27432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25400">
            <a:solidFill>
              <a:srgbClr val="EA580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2743200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/>
        </p:spPr>
      </p:sp>
      <p:sp>
        <p:nvSpPr>
          <p:cNvPr id="21" name="Shape 19"/>
          <p:cNvSpPr/>
          <p:nvPr/>
        </p:nvSpPr>
        <p:spPr>
          <a:xfrm>
            <a:off x="320040" y="3017520"/>
            <a:ext cx="2743200" cy="22860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" y="281635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02920" y="338328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 Orders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Orders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Stock Update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46120" y="2743200"/>
            <a:ext cx="27432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25400">
            <a:solidFill>
              <a:srgbClr val="DB277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46120" y="2743200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DB2777"/>
          </a:solidFill>
          <a:ln/>
        </p:spPr>
      </p:sp>
      <p:sp>
        <p:nvSpPr>
          <p:cNvPr id="26" name="Shape 24"/>
          <p:cNvSpPr/>
          <p:nvPr/>
        </p:nvSpPr>
        <p:spPr>
          <a:xfrm>
            <a:off x="3246120" y="3017520"/>
            <a:ext cx="2743200" cy="228600"/>
          </a:xfrm>
          <a:prstGeom prst="rect">
            <a:avLst/>
          </a:prstGeom>
          <a:solidFill>
            <a:srgbClr val="DB2777"/>
          </a:solidFill>
          <a:ln/>
        </p:spPr>
      </p:sp>
      <p:sp>
        <p:nvSpPr>
          <p:cNvPr id="27" name="Text 25"/>
          <p:cNvSpPr/>
          <p:nvPr/>
        </p:nvSpPr>
        <p:spPr>
          <a:xfrm>
            <a:off x="3246120" y="281635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429000" y="338328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1–5 Star Rating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Comments &amp; Avg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Details Page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172200" y="2743200"/>
            <a:ext cx="27432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72200" y="2743200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/>
        </p:spPr>
      </p:sp>
      <p:sp>
        <p:nvSpPr>
          <p:cNvPr id="31" name="Shape 29"/>
          <p:cNvSpPr/>
          <p:nvPr/>
        </p:nvSpPr>
        <p:spPr>
          <a:xfrm>
            <a:off x="6172200" y="3017520"/>
            <a:ext cx="2743200" cy="2286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2" name="Text 30"/>
          <p:cNvSpPr/>
          <p:nvPr/>
        </p:nvSpPr>
        <p:spPr>
          <a:xfrm>
            <a:off x="6172200" y="281635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355080" y="338328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&amp; Charts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/ Excel / PDF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Export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5" name="Text 33"/>
          <p:cNvSpPr/>
          <p:nvPr/>
        </p:nvSpPr>
        <p:spPr>
          <a:xfrm>
            <a:off x="274320" y="491947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SmartStock AI  |  Complete Project Analysis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772400" y="491947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Authentication &amp; Product Management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411480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31520"/>
            <a:ext cx="411480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22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Signup Flow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/api/auth/signup → Validate → Hash → Save user → Session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Flow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/api/auth/login → Find user → Verify hash → Session → Dashboard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Werkzeug password hashing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Roles: admin / user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Reset tokens with expiry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Session-based auth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731520"/>
            <a:ext cx="411480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731520"/>
            <a:ext cx="4114800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822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Management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371600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Create, View, Update, Delete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Search &amp; Pagination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 details + Reviews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Odoo Writes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product_template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product_product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stock_quant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APIs: GET/POST/PUT/DELETE /api/products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491947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SmartStock AI  |  Complete Project Analysis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0" y="491947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Inventory, Purchases &amp; Sales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2788920" cy="384048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31520"/>
            <a:ext cx="2788920" cy="5029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2296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In / Out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274320" cy="2743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435608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4173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product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874520"/>
            <a:ext cx="274320" cy="2743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892808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18745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In or Out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331720"/>
            <a:ext cx="274320" cy="2743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350008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23317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quantity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788920"/>
            <a:ext cx="274320" cy="2743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807208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2788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(no negative)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246120"/>
            <a:ext cx="274320" cy="2743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264408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32461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stock_quant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703320"/>
            <a:ext cx="274320" cy="2743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721608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" y="37033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transaction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00400" y="731520"/>
            <a:ext cx="2788920" cy="384048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25400">
            <a:solidFill>
              <a:srgbClr val="EA580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731520"/>
            <a:ext cx="2788920" cy="5029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7" name="Text 25"/>
          <p:cNvSpPr/>
          <p:nvPr/>
        </p:nvSpPr>
        <p:spPr>
          <a:xfrm>
            <a:off x="3200400" y="82296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 Order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3383280" y="1417320"/>
            <a:ext cx="274320" cy="27432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29" name="Text 27"/>
          <p:cNvSpPr/>
          <p:nvPr/>
        </p:nvSpPr>
        <p:spPr>
          <a:xfrm>
            <a:off x="3383280" y="1435608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749040" y="14173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product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383280" y="1874520"/>
            <a:ext cx="274320" cy="27432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32" name="Text 30"/>
          <p:cNvSpPr/>
          <p:nvPr/>
        </p:nvSpPr>
        <p:spPr>
          <a:xfrm>
            <a:off x="3383280" y="1892808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749040" y="18745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qty &amp; price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383280" y="2331720"/>
            <a:ext cx="274320" cy="27432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35" name="Text 33"/>
          <p:cNvSpPr/>
          <p:nvPr/>
        </p:nvSpPr>
        <p:spPr>
          <a:xfrm>
            <a:off x="3383280" y="2350008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749040" y="23317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PO record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383280" y="2788920"/>
            <a:ext cx="274320" cy="27432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38" name="Text 36"/>
          <p:cNvSpPr/>
          <p:nvPr/>
        </p:nvSpPr>
        <p:spPr>
          <a:xfrm>
            <a:off x="3383280" y="2807208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749040" y="2788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 stock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383280" y="3246120"/>
            <a:ext cx="274320" cy="27432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41" name="Text 39"/>
          <p:cNvSpPr/>
          <p:nvPr/>
        </p:nvSpPr>
        <p:spPr>
          <a:xfrm>
            <a:off x="3383280" y="3264408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749040" y="32461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to purchase_orders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126480" y="731520"/>
            <a:ext cx="2788920" cy="384048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126480" y="731520"/>
            <a:ext cx="2788920" cy="502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5" name="Text 43"/>
          <p:cNvSpPr/>
          <p:nvPr/>
        </p:nvSpPr>
        <p:spPr>
          <a:xfrm>
            <a:off x="6126480" y="82296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Order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6309360" y="1417320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7" name="Text 45"/>
          <p:cNvSpPr/>
          <p:nvPr/>
        </p:nvSpPr>
        <p:spPr>
          <a:xfrm>
            <a:off x="6309360" y="1435608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675120" y="14173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product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309360" y="1874520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50" name="Text 48"/>
          <p:cNvSpPr/>
          <p:nvPr/>
        </p:nvSpPr>
        <p:spPr>
          <a:xfrm>
            <a:off x="6309360" y="1892808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675120" y="18745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qty &amp; price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309360" y="2331720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53" name="Text 51"/>
          <p:cNvSpPr/>
          <p:nvPr/>
        </p:nvSpPr>
        <p:spPr>
          <a:xfrm>
            <a:off x="6309360" y="2350008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675120" y="23317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available stock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6309360" y="2788920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56" name="Text 54"/>
          <p:cNvSpPr/>
          <p:nvPr/>
        </p:nvSpPr>
        <p:spPr>
          <a:xfrm>
            <a:off x="6309360" y="2807208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675120" y="2788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Decrease stock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6309360" y="3246120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59" name="Text 57"/>
          <p:cNvSpPr/>
          <p:nvPr/>
        </p:nvSpPr>
        <p:spPr>
          <a:xfrm>
            <a:off x="6309360" y="3264408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6675120" y="32461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to sales_orders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2" name="Text 60"/>
          <p:cNvSpPr/>
          <p:nvPr/>
        </p:nvSpPr>
        <p:spPr>
          <a:xfrm>
            <a:off x="274320" y="491947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SmartStock AI  |  Complete Project Analysis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7772400" y="491947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Odoo Integration &amp; Database Tables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Odoo Tables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1148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430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product_template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468880" y="1143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Template, name, list price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600200"/>
            <a:ext cx="4114800" cy="438912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6459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product_product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68880" y="1645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Variants, standard price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103120"/>
            <a:ext cx="41148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1488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stock_quant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68880" y="2148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stock quantity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6858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SmartStock Tables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754880" y="1097280"/>
            <a:ext cx="2011680" cy="438912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17043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/ roles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1600200"/>
            <a:ext cx="2011680" cy="438912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167335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103120"/>
            <a:ext cx="2011680" cy="438912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217627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suppliers / customers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2606040"/>
            <a:ext cx="2011680" cy="438912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6791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stock_transactions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3108960"/>
            <a:ext cx="2011680" cy="438912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318211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purchase_orders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58000" y="1097280"/>
            <a:ext cx="2011680" cy="438912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0" y="117043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sales_orders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858000" y="1600200"/>
            <a:ext cx="2011680" cy="438912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0" y="167335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inventory_history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858000" y="2103120"/>
            <a:ext cx="2011680" cy="438912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0" y="217627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product_reviews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858000" y="2606040"/>
            <a:ext cx="2011680" cy="438912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0" y="26791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password_reset_tokens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4" name="Text 32"/>
          <p:cNvSpPr/>
          <p:nvPr/>
        </p:nvSpPr>
        <p:spPr>
          <a:xfrm>
            <a:off x="274320" y="491947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SmartStock AI  |  Complete Project Analysis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772400" y="491947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Context Level DFD (Level 0)</a:t>
            </a:r>
            <a:endParaRPr lang="en-US" sz="1800" dirty="0"/>
          </a:p>
        </p:txBody>
      </p:sp>
      <p:pic>
        <p:nvPicPr>
          <p:cNvPr id="4" name="Image 0" descr="/home/workdir/artifacts/dfd_con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548640"/>
            <a:ext cx="8412480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Text 3"/>
          <p:cNvSpPr/>
          <p:nvPr/>
        </p:nvSpPr>
        <p:spPr>
          <a:xfrm>
            <a:off x="274320" y="491947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SmartStock AI  |  Complete Project Analysis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772400" y="491947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16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Level 1 DFD — Process Decomposition</a:t>
            </a:r>
            <a:endParaRPr lang="en-US" sz="1800" dirty="0"/>
          </a:p>
        </p:txBody>
      </p:sp>
      <p:pic>
        <p:nvPicPr>
          <p:cNvPr id="4" name="Image 0" descr="/home/workdir/artifacts/dfd_level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02920"/>
            <a:ext cx="8229600" cy="4206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Text 3"/>
          <p:cNvSpPr/>
          <p:nvPr/>
        </p:nvSpPr>
        <p:spPr>
          <a:xfrm>
            <a:off x="274320" y="491947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SmartStock AI  |  Complete Project Analysis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772400" y="491947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16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Level 1 Detail — Auth, Product, Inventory</a:t>
            </a:r>
            <a:endParaRPr lang="en-US" sz="1700" dirty="0"/>
          </a:p>
        </p:txBody>
      </p:sp>
      <p:pic>
        <p:nvPicPr>
          <p:cNvPr id="4" name="Image 0" descr="/home/workdir/artifacts/dfd_auth_produ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502920"/>
            <a:ext cx="4389120" cy="2194560"/>
          </a:xfrm>
          <a:prstGeom prst="rect">
            <a:avLst/>
          </a:prstGeom>
        </p:spPr>
      </p:pic>
      <p:pic>
        <p:nvPicPr>
          <p:cNvPr id="5" name="Image 1" descr="/home/workdir/artifacts/dfd_inv_purchase_sal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502920"/>
            <a:ext cx="4297680" cy="2194560"/>
          </a:xfrm>
          <a:prstGeom prst="rect">
            <a:avLst/>
          </a:prstGeom>
        </p:spPr>
      </p:pic>
      <p:pic>
        <p:nvPicPr>
          <p:cNvPr id="6" name="Image 2" descr="/home/workdir/artifacts/dfd_reviews_report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788920"/>
            <a:ext cx="5486400" cy="192024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" name="Text 3"/>
          <p:cNvSpPr/>
          <p:nvPr/>
        </p:nvSpPr>
        <p:spPr>
          <a:xfrm>
            <a:off x="274320" y="491947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SmartStock AI  |  Complete Project Analysis</a:t>
            </a:r>
            <a:endParaRPr lang="en-US" sz="1000" dirty="0"/>
          </a:p>
        </p:txBody>
      </p:sp>
      <p:sp>
        <p:nvSpPr>
          <p:cNvPr id="9" name="Text 4"/>
          <p:cNvSpPr/>
          <p:nvPr/>
        </p:nvSpPr>
        <p:spPr>
          <a:xfrm>
            <a:off x="7772400" y="491947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16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 Project Strengths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84124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795528"/>
            <a:ext cx="320040" cy="3200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813816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7315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Business Flow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06240" y="7315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 → Inventory → Purchases → Sales → Reviews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325880"/>
            <a:ext cx="8412480" cy="54864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1435608"/>
            <a:ext cx="320040" cy="3200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453896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13716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Odoo Integration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06240" y="13716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read/write of product_template, product_product, stock_quant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1965960"/>
            <a:ext cx="84124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" y="2075688"/>
            <a:ext cx="320040" cy="3200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093976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20116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&amp; Roles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206240" y="20116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Signup, login, sessions, hashing, admin/user roles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606040"/>
            <a:ext cx="8412480" cy="54864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/>
        </p:spPr>
      </p:sp>
      <p:sp>
        <p:nvSpPr>
          <p:cNvPr id="20" name="Shape 18"/>
          <p:cNvSpPr/>
          <p:nvPr/>
        </p:nvSpPr>
        <p:spPr>
          <a:xfrm>
            <a:off x="502920" y="2715768"/>
            <a:ext cx="320040" cy="3200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2734056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26517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Validation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206240" y="26517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Prevents negative stock; transaction logging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3246120"/>
            <a:ext cx="84124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502920" y="3355848"/>
            <a:ext cx="320040" cy="3200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3374136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05840" y="32918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Multi-format Export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206240" y="32918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CSV, Excel (openpyxl), PDF (ReportLab) + Audit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3886200"/>
            <a:ext cx="8412480" cy="54864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/>
        </p:spPr>
      </p:sp>
      <p:sp>
        <p:nvSpPr>
          <p:cNvPr id="30" name="Shape 28"/>
          <p:cNvSpPr/>
          <p:nvPr/>
        </p:nvSpPr>
        <p:spPr>
          <a:xfrm>
            <a:off x="502920" y="3995928"/>
            <a:ext cx="320040" cy="3200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4014216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05840" y="39319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Structure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206240" y="39319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Separated backend, database, config, frontend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5" name="Text 33"/>
          <p:cNvSpPr/>
          <p:nvPr/>
        </p:nvSpPr>
        <p:spPr>
          <a:xfrm>
            <a:off x="274320" y="491947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SmartStock AI  |  Complete Project Analysis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772400" y="491947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16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 Limitations &amp; Future Improvements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42062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Strong FLASK_SECRET_KEY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CSRF protection &amp; rate limiting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Email-based password reset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Secure cookies + HTTPS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731520"/>
            <a:ext cx="42062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EA580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8686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Odoo Integration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46320" y="128016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Replace direct SQL with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custom Odoo module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 Odoo ORM + XML views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Access rights &amp; security rules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788920"/>
            <a:ext cx="85953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926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Improvements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3337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Update/Delete for categories, suppliers, customers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Customer selection in sales • Supplier selection in purchases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Database-level pagination • Advanced report filters • Chart library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Automated tests • Database migrations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491947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SmartStock AI  |  Complete Project Analysis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0" y="491947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16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 Internship Discussion Points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822960"/>
            <a:ext cx="1645920" cy="411480"/>
          </a:xfrm>
          <a:prstGeom prst="roundRect">
            <a:avLst>
              <a:gd name="adj" fmla="val 13333"/>
            </a:avLst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8686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331720" y="82296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Functions, decorators, context managers, exceptions, transactions, hashing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46304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600200"/>
            <a:ext cx="1645920" cy="411480"/>
          </a:xfrm>
          <a:prstGeom prst="roundRect">
            <a:avLst>
              <a:gd name="adj" fmla="val 13333"/>
            </a:avLst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6459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331720" y="160020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factory, blueprints, routes, JSON APIs, sessions, auth decorators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24028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2377440"/>
            <a:ext cx="1645920" cy="411480"/>
          </a:xfrm>
          <a:prstGeom prst="roundRect">
            <a:avLst>
              <a:gd name="adj" fmla="val 13333"/>
            </a:avLst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4231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331720" y="237744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Tables, keys, joins, aggregations, transactions, constraints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01752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25400">
            <a:solidFill>
              <a:srgbClr val="EA580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3154680"/>
            <a:ext cx="1645920" cy="411480"/>
          </a:xfrm>
          <a:prstGeom prst="roundRect">
            <a:avLst>
              <a:gd name="adj" fmla="val 13333"/>
            </a:avLst>
          </a:prstGeom>
          <a:solidFill>
            <a:srgbClr val="EA580C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2004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Odoo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331720" y="315468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product_template, product_product, stock_quant, SQL vs ORM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379476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25400">
            <a:solidFill>
              <a:srgbClr val="DB277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931920"/>
            <a:ext cx="1645920" cy="411480"/>
          </a:xfrm>
          <a:prstGeom prst="roundRect">
            <a:avLst>
              <a:gd name="adj" fmla="val 13333"/>
            </a:avLst>
          </a:prstGeom>
          <a:solidFill>
            <a:srgbClr val="DB2777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39776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331720" y="393192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forms, CSS, fetch/JSON, dynamic tables, Bootstrap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491947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SmartStock AI  |  Complete Project Analysis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72400" y="491947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16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SmartStock AI demonstrates a complete inventory management system with: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71600" y="19202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Authentication, roles, and secure sessions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600" y="22860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Product CRUD with Odoo PostgreSQL integration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26517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Stock movements, purchases, sales with validation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30175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Reviews, reports, audit, and multi-format export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1600" y="33832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Clear DFDs and modular architecture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40233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production step: Replace direct Odoo SQL with a custom Odoo module (ORM + security).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+ Flask + PostgreSQL + Odoo  |  Ready for Internship Discussion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SmartStock AI - Complete Project Analysis</dc:title>
  <dc:subject>Flask + PostgreSQL + Odoo Inventory Management System</dc:subject>
  <dc:creator>SmartStock AI</dc:creator>
  <cp:lastModifiedBy>SmartStock AI</cp:lastModifiedBy>
  <cp:revision>1</cp:revision>
  <dcterms:created xsi:type="dcterms:W3CDTF">2026-10-28T09:34:42Z</dcterms:created>
  <dcterms:modified xsi:type="dcterms:W3CDTF">2026-10-28T09:34:42Z</dcterms:modified>
</cp:coreProperties>
</file>