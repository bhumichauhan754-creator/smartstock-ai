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667E8"/>
                </a:solidFill>
              </a:defRPr>
            </a:pPr>
            <a:r>
              <a:t>SmartStock AI</a:t>
            </a:r>
          </a:p>
          <a:p>
            <a:pPr algn="ctr">
              <a:defRPr sz="2500">
                <a:solidFill>
                  <a:srgbClr val="172033"/>
                </a:solidFill>
              </a:defRPr>
            </a:pPr>
            <a:r>
              <a:t>Odoo-Integrated Inventory Management System</a:t>
            </a:r>
          </a:p>
          <a:p>
            <a:pPr algn="ctr">
              <a:defRPr sz="1600"/>
            </a:pPr>
            <a:r>
              <a:t>Internship Project Analysis | 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Flask web application for inventory operations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Uses PostgreSQL and existing Odoo product/stock tables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Custom dashboard with authentication and role-aware APIs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Supports products, stock, purchases, sales, reports, exports, and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Backend: Python and Flask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Database: PostgreSQL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ERP integration: Odoo tables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Frontend: HTML, CSS, JavaScript, Bootstrap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Exports: ReportLab, openpyxl, and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Browser UI -&gt; Flask routes and APIs -&gt; PostgreSQL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Odoo tables: product_template, product_product, stock_quant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SmartStock tables: users, roles, transactions, orders, reviews, audit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JSON APIs serve dashboard and management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Authentication and sessions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Product CRUD and product details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Categories, suppliers, and customers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Stock in/out, purchases, and sales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Reports, charts, audit, exports, and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DFD - Context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[User] &lt;--&gt; [SmartStock Flask Application] &lt;--&gt; [Odoo PostgreSQL]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[Administrator] &lt;--&gt; [Admin and Role APIs]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Application -&gt; Dashboard, Reports, CSV, Excel, and PDF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DFD - Level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P1 Authentication -&gt; users and reset tokens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P2 Product Management -&gt; Odoo product and stock tables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P3 Inventory Transactions -&gt; stock and audit tables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P4 Purchases/Sales -&gt; order tables and stock quantities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P5 Reports/Exports and P6 Product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Odoo: product_template, product_product, stock_quant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Application: smartstock_users and smartstock_roles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Business: categories, suppliers, customers, purchase_orders, sales_orders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Support: stock_transactions, inventory_history, reset_tokens, product_reviews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Security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Hashed passwords and session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Admin-only role management API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Input validation for quantity, price, ratings, and comments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Negative-stock prevention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HTML escaping for user-generated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Reports and Exports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Dashboard metrics and inventory status bars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Inventory audit history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CSV export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Excel XLSX export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PDF product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Internship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Python Flask routing and API design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PostgreSQL schema and transactions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Odoo database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CRUD and business validation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Authentication, authorization, reporting, and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Future Production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Use Odoo ORM/API or a formal custom Odoo module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Add migrations, tests, CSRF, rate limiting, and secure cookies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Configure email delivery for password reset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Move HTML into templates and deploy with a production WSGI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67E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SmartStock AI demonstrates an end-to-end inventory workflow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The project is suitable for Odoo internship discussion</a:t>
            </a:r>
          </a:p>
          <a:p>
            <a:pPr>
              <a:spcAft>
                <a:spcPts val="1200"/>
              </a:spcAft>
              <a:defRPr sz="2000">
                <a:solidFill>
                  <a:srgbClr val="172033"/>
                </a:solidFill>
              </a:defRPr>
            </a:pPr>
            <a:r>
              <a:t>It combines Python, PostgreSQL, Odoo integration, and web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